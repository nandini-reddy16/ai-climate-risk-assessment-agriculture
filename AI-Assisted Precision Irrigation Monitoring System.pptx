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5" r:id="rId13"/>
    <p:sldId id="280" r:id="rId14"/>
    <p:sldId id="277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1285D-751F-4F1E-9B65-FED70CCDD6CB}" v="32" dt="2026-02-01T16:07:14.613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>
        <p:scale>
          <a:sx n="66" d="100"/>
          <a:sy n="66" d="100"/>
        </p:scale>
        <p:origin x="475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3200" b="1" i="1" dirty="0"/>
              <a:t>Title : AI-Assisted Precision Irrigation Monitoring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190457" y="16250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002060"/>
              </a:buClr>
              <a:buSzPts val="3500"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Team </a:t>
            </a:r>
            <a:r>
              <a:rPr lang="en-IN" sz="35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CoreCoders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28118" y="548162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54614573"/>
              </p:ext>
            </p:extLst>
          </p:nvPr>
        </p:nvGraphicFramePr>
        <p:xfrm>
          <a:off x="2239966" y="1081241"/>
          <a:ext cx="7712067" cy="55443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69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09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dirty="0"/>
                        <a:t>Manasa K B</a:t>
                      </a:r>
                      <a:endParaRPr sz="17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manasakb111@gmail.com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+91 7483635211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91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Nandini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Nandini2005reddy@gmail.com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+91 90191 75124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Chandana A J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chandanajiglur@gmail.com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+91 63613 72645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F7B80A-339C-B953-4DF8-8F56DC542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800" y="4867425"/>
            <a:ext cx="1380436" cy="1680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0C9B7-6F9A-ED73-7AD2-518CB8494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003" y="3751101"/>
            <a:ext cx="886030" cy="1348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2E4A64-C92C-6991-9BDD-7ACA7674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1777" y="2287373"/>
            <a:ext cx="1118256" cy="1232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67007" y="1274508"/>
            <a:ext cx="106579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Inefficient Use of Water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Practices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farmers follow fixed irrigation schedules or intuition-based decisions without considering real-time soil moisture or crop water requirements, leading to significant water wastage and inefficient resource utilization.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Lack of Real-Time Irrigation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into Soil and Weather Dynamics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do not have continuous, integrated insights into soil moisture levels, evapotranspiration rates, rainfall variability, and crop growth stages, making it difficult to adjust irrigation decisions dynamically.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Absence of Early Water Stress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Rather Than Proactive Irrigation Management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detect irrigation issues only after crop stress or yield loss has occurred, due to the absence of intelligent analysis that identifies early signs of under-irrigation or over-irrigation.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Need for Explainable and Assistive Decision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Adoption of Intelligent Irrigation Systems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automated or data-driven solutions often operate as black boxes or directly control irrigation systems, reducing farmer trust and highlighting the need for an explainable, assistive AI system that supports—rather than replaces—human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4671" y="232431"/>
            <a:ext cx="5089558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893255" y="2355398"/>
            <a:ext cx="10587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soil moisture and weather data to understand current irrigation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agentic AI to detect early under-irrigation and over-irrigation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crop type and growth stage for accurate water requirement assessment.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explainable, guideline-based irrigation advisories using AI and RAG.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assistive decision support without automating irrigation control systems.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1160169"/>
            <a:ext cx="453919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34441" y="2355398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water wastage caused by inefficient irrigation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farmers understand real-time soil moisture and weather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irrigation problems early before crop stress 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and water-efficient farming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farmers with data-driven irrigation decisions without replacing human control.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1160169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961644" y="2799520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farm owners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service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planners and water resource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agricultural policy departments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61644" y="1626297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82683" y="928572"/>
            <a:ext cx="71231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82683" y="2012971"/>
            <a:ext cx="1051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(Safari/Chrome) – Accessed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IBM watsonx.ai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– Used IBM Granite model for AI reasoning and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 (ibm-granite-3-2-8b) – Core AI model for analysis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 tool for building and connecting 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 Augmented Generation) – Used irrigation guidelines and best-practice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/ Environmental APIs – Provided real-time weather data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Architecture – No local hardware dependency, accessible from mobile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3" y="1461315"/>
            <a:ext cx="8658807" cy="427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early detection of irrigation inefficiencies, not post-damage analysis.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multi-agent AI approach for structured and explainable decision support.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soil, weather, and crop growth data for precise irrigation insights.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assistive, transparent recommendations instead of automated control.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low-cost, mobile-accessible solution, usable even from an iPhone.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257301" y="232431"/>
            <a:ext cx="973182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5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Technical flow diagram - Architecture</a:t>
            </a:r>
            <a:r>
              <a:rPr lang="en-US" sz="35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blueprint</a:t>
            </a:r>
            <a:endParaRPr lang="en-US" sz="3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E35D2-ECBE-4687-B8B3-5C27420CD0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" t="1765" r="-1575" b="8692"/>
          <a:stretch>
            <a:fillRect/>
          </a:stretch>
        </p:blipFill>
        <p:spPr>
          <a:xfrm>
            <a:off x="1717013" y="863334"/>
            <a:ext cx="8812403" cy="5203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20411" y="110637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 component Used </a:t>
            </a:r>
            <a:endParaRPr lang="en-US" sz="35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2165485"/>
            <a:ext cx="88239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Input 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user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 AI Agent (Multiple Agents)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Analysis, Congestion Risk Detection, Decision, Alert &amp; Planning ,Visualization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API Tool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real-time traffic, weather, and incident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Component (RAG / Historical Context)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historical traffic patterns and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Output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alerts, predictions,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4356203" y="0"/>
            <a:ext cx="4004026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 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D8505B-DEB4-05AA-A006-AFBAC7863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947931"/>
            <a:ext cx="10867564" cy="49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4350824" y="72109"/>
            <a:ext cx="349035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F14F3E-2F6B-A39D-2B42-A8CBDB688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18" y="891144"/>
            <a:ext cx="10523221" cy="51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58842" y="27976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62589" y="1301838"/>
            <a:ext cx="9214580" cy="484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7906418"/>
            <a:ext cx="7468553" cy="9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B6F4A-6AE7-0F1A-3C83-44B2306C83C3}"/>
              </a:ext>
            </a:extLst>
          </p:cNvPr>
          <p:cNvSpPr txBox="1"/>
          <p:nvPr/>
        </p:nvSpPr>
        <p:spPr>
          <a:xfrm>
            <a:off x="752058" y="1840879"/>
            <a:ext cx="10466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IoT-enabled automated irrigation systems for semi-automated watering based on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Expansion to multiple crop types and larger nurseries for broader applicability.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Incorporation of satellite or drone imagery for improved crop health monitoring and early pest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Predictive analytics for seasonal irrigation planning using historical soil, weather, and growth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AI-driven optimization for fertilizer and nutrient management alongside irrigation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134465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2716273"/>
            <a:ext cx="9214580" cy="1425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69225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18724" y="1844138"/>
            <a:ext cx="9214580" cy="291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watsonx.ai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Granite foundation model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/>
              <a:t>IBM Watson Machine Learning (WML) API reference</a:t>
            </a: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738</Words>
  <Application>Microsoft Office PowerPoint</Application>
  <PresentationFormat>Widescreen</PresentationFormat>
  <Paragraphs>93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Manasa Kb</cp:lastModifiedBy>
  <cp:revision>127</cp:revision>
  <dcterms:created xsi:type="dcterms:W3CDTF">2025-07-08T05:06:56Z</dcterms:created>
  <dcterms:modified xsi:type="dcterms:W3CDTF">2026-02-01T16:08:53Z</dcterms:modified>
</cp:coreProperties>
</file>